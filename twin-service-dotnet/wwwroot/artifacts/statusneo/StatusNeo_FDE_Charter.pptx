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ln w="19050">
            <a:solidFill>
              <a:srgbClr val="C995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914400"/>
            <a:ext cx="2377440" cy="2377440"/>
          </a:xfrm>
          <a:prstGeom prst="ellipse">
            <a:avLst/>
          </a:prstGeom>
          <a:ln w="12700">
            <a:solidFill>
              <a:srgbClr val="E8A8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BOARD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Deployed Engineering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onshore tip of the spear for AuthenticAI™ delivery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9808" y="3977640"/>
            <a:ext cx="2926080" cy="0"/>
          </a:xfrm>
          <a:prstGeom prst="line">
            <a:avLst/>
          </a:prstGeom>
          <a:noFill/>
          <a:ln w="19050">
            <a:solidFill>
              <a:srgbClr val="C99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charter to stand up StatusNeo's FDE practice — and a 30/60/90 plan to prove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Jithendran (Jeeth) Sellamuthu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Forward Deployed Engineering (proposed)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Founder &amp; Board sponsor ·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StatusNeo has the frameworks and the scale.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yet name is the onshore, customer-embedded delivery motion.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STATUSNEO HAS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AuthenticAI™ Loop — Clarity → Build → Velocity → Improvement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OS Fabric™ — six fabrics (Dev, Data, Ops, Security, Experience, Decision)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SDLC + AI Maturity Index + AI Agents Library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Setup &amp; Scale — offshore-concentrated, SV-disciplined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2026 POV — Context is the Moat, Agent-Washing, Agentic Blueprint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20574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3952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MISSING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Deployed Engineering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3200400"/>
            <a:ext cx="4983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the OS Fabric™ inside the customer — not just in a GCC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De-risks the offshore handoff — the #1 GCC failure mode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regulated, air-gapped buyers — healthcare, BFSI, defense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of the spear for land-and-expand — FDE opens, GCC scales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3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840480" cy="3840480"/>
          </a:xfrm>
          <a:prstGeom prst="ellipse">
            <a:avLst/>
          </a:prstGeom>
          <a:ln w="15240">
            <a:solidFill>
              <a:srgbClr val="C99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StatusNeo has the frameworks and the offshore scale.
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is the missing onshore tip of the spear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lands those frameworks inside the customer, de-risks the handoff, and unlocks the regulated enterprises your air-gapped posture is already built for.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I just proved it live for your customer Modutecture — the CTO was enthusiastic and invited me deeper.”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 — THE PROOF IS ALREADY ON THE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years of the exact motion this practice needs.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7568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yrs FDE-equivalent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8952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Embedded-at-customer from HCL-HP → Qualcomm (40M users, 99.999%, US Patent) → GE Healthcare → Mitchell → Amazon → Stealth GenAI.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8745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01384" y="207568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Regulated-domain native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01384" y="258775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financial, safety-critical — exactly StatusNeo's air-gapped target verticals (healthcare/BFSI/defense).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417880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architect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" y="469087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AI: the model proposes, a deterministic gate disposes. AuthenticAI™ 'responsible, not reckless' in running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5352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1384" y="4178808"/>
            <a:ext cx="4928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proof — Modutecture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4" y="469087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delivered a working, customer-validated FDE engagement for your customer. The CTO wants more. That's the pilot for this practice.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lands. GCC scales. One pod, no handoffs.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680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16263F"/>
          </a:solidFill>
          <a:ln w="12700">
            <a:solidFill>
              <a:srgbClr val="16263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40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— ONSHORE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400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senior, customer-trusted. Diagnoses, architects, lands a working slice on the customer's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55568" y="3337560"/>
            <a:ext cx="347472" cy="0"/>
          </a:xfrm>
          <a:prstGeom prst="line">
            <a:avLst/>
          </a:prstGeom>
          <a:noFill/>
          <a:ln w="31750">
            <a:solidFill>
              <a:srgbClr val="C9952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12768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E8A816"/>
          </a:solidFill>
          <a:ln w="12700">
            <a:solidFill>
              <a:srgbClr val="E8A81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088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7088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stays single owner of the outcome. Pulls the offshore pod in behind earned trust — no handoff gap.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88656" y="3337560"/>
            <a:ext cx="347472" cy="0"/>
          </a:xfrm>
          <a:prstGeom prst="line">
            <a:avLst/>
          </a:prstGeom>
          <a:noFill/>
          <a:ln w="31750">
            <a:solidFill>
              <a:srgbClr val="C995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45856" y="210312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20176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— OFFSHORE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20176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cost. Scales delivery behind the trusted relationship using the Agents Library + AI-Native SDLC.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= onshore trust + architecture authority.   GCC = offshore velocity + cost.   Two halves of one motion.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/ 60 / 90 DAY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validated pilot to a named, scaling practice.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082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514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16263F"/>
          </a:solidFill>
          <a:ln/>
        </p:spPr>
      </p:sp>
      <p:sp>
        <p:nvSpPr>
          <p:cNvPr id="6" name="Text 4"/>
          <p:cNvSpPr/>
          <p:nvPr/>
        </p:nvSpPr>
        <p:spPr>
          <a:xfrm>
            <a:off x="49514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0–30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514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LISTEN, MAP, LAND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514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Immersion: sponsor, CEO, CTO, regional heads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accounts → 3–5 FDE targets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Modutecture as pilot #0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&amp; sign the FDE Charter v1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990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422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C9952F"/>
          </a:solidFill>
          <a:ln/>
        </p:spPr>
      </p:sp>
      <p:sp>
        <p:nvSpPr>
          <p:cNvPr id="11" name="Text 9"/>
          <p:cNvSpPr/>
          <p:nvPr/>
        </p:nvSpPr>
        <p:spPr>
          <a:xfrm>
            <a:off x="456422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6422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CODIFY &amp; PROVE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422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FDE Loop™ (cookbook)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Landing Runbook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Identify/onboard first 2–3 FDEs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 second account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58988" y="196596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3308" y="224028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234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33308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33308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4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INSTITUTIONALIZE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33308" y="36118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'StatusNeo FDE' as a practice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dashboard + pipeline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enablement across regions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Whitepaper: The Embedded Edge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KILLER VALUE — EXCLUSIVE TO ME,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 this is mine to build.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proof, not the pitch.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embedded FDE motion live for your own customer (Modutecture). No one else can say that today.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70048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unlock your hardest segment.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/ BFSI / defense don't buy pure offshore — they demand embedded, regulated-domain engineers. My whole career.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511296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make the OS Fabric™ landable.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excellent; FDE is how it gets deployed and trusted inside a customer, not just architected in a deck.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352544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solve the GCC handoff problem.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failure mode of offshore-led delivery — solved by the onshore tip of the spear that opens accounts the GCC scales.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E8A81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93792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AuthenticAI™ in running code.  </a:t>
            </a:r>
            <a:pPr indent="0" marL="0">
              <a:buNone/>
            </a:pPr>
            <a:r>
              <a:rPr lang="en-US" sz="1300" dirty="0">
                <a:solidFill>
                  <a:srgbClr val="1F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'Responsible, not reckless / business-driven, not demo-driven' is governed agentic AI. I build that. FDE makes it real.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5989320"/>
            <a:ext cx="11183112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StatusNeo · Forward Deployed Engineering Charter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023360"/>
            <a:ext cx="4206240" cy="4206240"/>
          </a:xfrm>
          <a:prstGeom prst="ellipse">
            <a:avLst/>
          </a:prstGeom>
          <a:ln w="15240">
            <a:solidFill>
              <a:srgbClr val="C995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the charter — and 90 days.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charter to stand up StatusNeo's Forward Deployed Engineering practice — starting with the Modutecture pilot already in flight — and 90 days to prove it becomes a named, scaling, regulated-enterprise-unlocking practice line.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signed · pilot live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+ 2nd account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2344F"/>
          </a:solidFill>
          <a:ln w="12700">
            <a:solidFill>
              <a:srgbClr val="C9952F"/>
            </a:solidFill>
            <a:prstDash val="solid"/>
          </a:ln>
          <a:effectLst>
            <a:outerShdw sx="100000" sy="100000" kx="0" ky="0" algn="bl" rotWithShape="0" blurRad="889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90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41080" y="5193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practice · pipeline · co-sell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Jithendran (Jeeth) Sellamuthu  ·  Head of Forward Deployed Engineering (proposed)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StatusNeo FDE Charter</dc:title>
  <dc:subject>PptxGenJS Presentation</dc:subject>
  <dc:creator>Jithendran Sellamuthu</dc:creator>
  <cp:lastModifiedBy>Jithendran Sellamuthu</cp:lastModifiedBy>
  <cp:revision>1</cp:revision>
  <dcterms:created xsi:type="dcterms:W3CDTF">2026-06-23T02:46:51Z</dcterms:created>
  <dcterms:modified xsi:type="dcterms:W3CDTF">2026-06-23T02:46:51Z</dcterms:modified>
</cp:coreProperties>
</file>